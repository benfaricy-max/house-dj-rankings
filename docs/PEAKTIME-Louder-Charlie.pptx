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63117"/>
            <a:ext cx="109728" cy="226771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0470" y="1038393"/>
            <a:ext cx="109728" cy="35149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217981" y="925007"/>
            <a:ext cx="109728" cy="464881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415491" y="822960"/>
            <a:ext cx="109728" cy="56692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8412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80560" y="8412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 LOUDER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should this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booking cost?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F7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neutral fair-fee read — for the bookings where price is a coin-flip.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Feedback session for Charlie, Louder UK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A BUYER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know the headliners cold.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It's the edge of the budget that's a guess.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the booking where you're within ±£10k and the agent's number is the only number in the room — there's nothing neutral to check it against.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332232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913632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4" name="Text 12"/>
          <p:cNvSpPr/>
          <p:nvPr/>
        </p:nvSpPr>
        <p:spPr>
          <a:xfrm>
            <a:off x="1389888" y="3831336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AGENT'S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429768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Has a side.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43000" y="502920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They're selling the act. Their fee is an opening position, not an independent read.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19600" y="3611880"/>
            <a:ext cx="332232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9640" y="3913632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6528" y="3831336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SPOTIFY / SOCIALS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9640" y="429768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Measures reach, not the room.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39640" y="502920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Follower counts don't tell you who fills a tent at 1am or sells an outdoor bill.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16240" y="3611880"/>
            <a:ext cx="3322320" cy="24688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6280" y="3913632"/>
            <a:ext cx="146304" cy="146304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83168" y="3831336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GUT + 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36280" y="4297680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Right, until it isn't.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36280" y="502920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Great for the names you know. Thin for the rising act you're pricing for the first 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neutral number, with the method shown.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demand-implied fee against the current band. The leaderboard's free; this read is the product. Here's a live one — in your lane, today: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234440"/>
            <a:ext cx="3566160" cy="49377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READ — STRONG-BUY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Prospa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2542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FEE BAND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9244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£18K – £40K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92440" y="3310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DEMAND-IMPLIED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2440" y="3538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£35K – £70K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92440" y="4178808"/>
            <a:ext cx="2926080" cy="0"/>
          </a:xfrm>
          <a:prstGeom prst="line">
            <a:avLst/>
          </a:prstGeom>
          <a:noFill/>
          <a:ln w="12700">
            <a:solidFill>
              <a:srgbClr val="2A2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GAP   </a:t>
            </a:r>
            <a:pPr indent="0" marL="0">
              <a:buNone/>
            </a:pPr>
            <a:r>
              <a:rPr lang="en-US" sz="1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4709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“RA bookings and Beatport are running ahead of the fee — the rooms know before the rate-card moves.”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More strong-buy reads in your lane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ANOTR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434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+79%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818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PAWSA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818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2029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KETTAMA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5202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5869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Yotto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5586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+133%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Booking demand, not popularity.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Twelve live signals, weighted so scene credibility and live demand lead and raw reach is demoted. A DJ can be huge on Spotify and quiet in the booking room — the index knows the difference.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signals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Resident Advisor bookings &amp; venue tier, Beatport, 1001Tracklists DJ-support, tour routing, streaming, search.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3004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5008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50080" y="429768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index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50080" y="480060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Combined into a 0–100 demand score. Scene + live demand co-lead; reach corroborates, it doesn't drive.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5716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720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077200" y="4297680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Fair-fee read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7200" y="4800600"/>
            <a:ext cx="326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Demand-implied band vs the known fee → strong-buy / buy / premium / fair, confidence and method shown.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IT'S DIFFERENT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8F7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It's neutral.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act. No agency. No kickback.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other number in the negotiation is selling you something — the agent's fee, the act's socials, the buzz. This is the one read in the room that isn't. That's the whole point, and it's the part a buyer can't get anywhere else.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5321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Honest by design: the fee band is a curated estimate — labelled as one. The demand side is real data, and the method is public. The gap is the signal.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THE CARD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the offer, not the feed.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10515600" cy="80467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 &amp; saturation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25511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region already saturated — does a date there feel less exclusive? Pulled from real recent bookings.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10515600" cy="80467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4655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Club vs viral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34655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the demand real booking demand (RA / Beatport / 1001TL) or TikTok-and-streaming noise? One verdict.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10515600" cy="80467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799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Negotiation 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43799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ready-to-paste sentence with the number and the why — buyer or seller framing. Send it as-is.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10515600" cy="804672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52943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Pitch Link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5294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one-pager you can share with a co-buyer or your sign-off — expiring, just for them.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COSTS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 to use today.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site is open — the paywall isn't on. When it is, it's flat and built for a working buyer, not enterprise.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5029200" cy="2743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00400"/>
            <a:ext cx="5029200" cy="822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£75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/mo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2344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independent buyer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95604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reads + negotiation scripts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Private Pitch Links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 &amp; club-vs-viral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200400"/>
            <a:ext cx="5029200" cy="2743200"/>
          </a:xfrm>
          <a:prstGeom prst="rect">
            <a:avLst/>
          </a:prstGeom>
          <a:solidFill>
            <a:srgbClr val="0C0C0E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7D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£300</a:t>
            </a:r>
            <a:pPr indent="0" marL="0">
              <a:buNone/>
            </a:pPr>
            <a:r>
              <a:rPr lang="en-US" sz="15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/mo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7208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buying team / festival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95604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in Solo, across seats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Roster routing &amp; competitive intel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Priority refresh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3738"/>
            <a:ext cx="64008" cy="124358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3" name="Shape 1"/>
          <p:cNvSpPr/>
          <p:nvPr/>
        </p:nvSpPr>
        <p:spPr>
          <a:xfrm>
            <a:off x="938174" y="575340"/>
            <a:ext cx="64008" cy="19275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389" y="513161"/>
            <a:ext cx="64008" cy="254935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5" name="Shape 3"/>
          <p:cNvSpPr/>
          <p:nvPr/>
        </p:nvSpPr>
        <p:spPr>
          <a:xfrm>
            <a:off x="1168603" y="457200"/>
            <a:ext cx="64008" cy="310896"/>
          </a:xfrm>
          <a:prstGeom prst="rect">
            <a:avLst/>
          </a:prstGeom>
          <a:solidFill>
            <a:srgbClr val="C8F75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420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20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6424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thedjrankings.com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I'm not selling you. I want your read.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book for a living — you're exactly who can tell me if this is useful or if I'm fooling myself. Two things: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5029200" cy="23774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Tell me where it's wrong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Does the number change how you'd make a real offer — or is it telling you what you already know?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029200" cy="23774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7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4160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9E7D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 me run your next three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8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 me the next three acts you're weighing. I'll send neutral reads this week — yours to poke holes 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PEAKTIME · thedjrankings.com · the demand index for electronic music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PEAKTIME × Louder — fair-fee read (Charlie)</dc:title>
  <dc:subject>PptxGenJS Presentation</dc:subject>
  <dc:creator>PEAKTIME</dc:creator>
  <cp:lastModifiedBy>PEAKTIME</cp:lastModifiedBy>
  <cp:revision>1</cp:revision>
  <dcterms:created xsi:type="dcterms:W3CDTF">2026-06-11T01:14:32Z</dcterms:created>
  <dcterms:modified xsi:type="dcterms:W3CDTF">2026-06-11T01:14:32Z</dcterms:modified>
</cp:coreProperties>
</file>